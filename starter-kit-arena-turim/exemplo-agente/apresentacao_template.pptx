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2216304"/>
            <a:ext cx="38404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dirty="0">
                <a:latin typeface="Glacial Indifference"/>
              </a:rPr>
              <a:t>Quem é a </a:t>
            </a:r>
            <a:r>
              <a:rPr sz="1500" b="0" i="0" dirty="0" err="1">
                <a:latin typeface="Glacial Indifference"/>
              </a:rPr>
              <a:t>família</a:t>
            </a:r>
            <a:endParaRPr sz="1500" b="0" i="0" dirty="0">
              <a:latin typeface="Glacial Indifferenc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0" y="2231692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300" dirty="0">
                <a:solidFill>
                  <a:srgbClr val="8AC6C6"/>
                </a:solidFill>
                <a:latin typeface="Glacial Indifference"/>
              </a:rPr>
              <a:t>{pagina}</a:t>
            </a:r>
            <a:endParaRPr sz="1300" b="0" i="0" dirty="0">
              <a:solidFill>
                <a:srgbClr val="8AC6C6"/>
              </a:solidFill>
              <a:latin typeface="Glacial Indifference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417320" y="2569464"/>
            <a:ext cx="4617720" cy="0"/>
          </a:xfrm>
          <a:prstGeom prst="line">
            <a:avLst/>
          </a:prstGeom>
          <a:ln w="9525">
            <a:solidFill>
              <a:srgbClr val="2A4A6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1417320" y="2783232"/>
            <a:ext cx="38404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dirty="0">
                <a:latin typeface="Glacial Indifference"/>
              </a:rPr>
              <a:t>Viver do </a:t>
            </a:r>
            <a:r>
              <a:rPr sz="1500" b="0" i="0" dirty="0" err="1">
                <a:latin typeface="Glacial Indifference"/>
              </a:rPr>
              <a:t>patrimônio</a:t>
            </a:r>
            <a:endParaRPr sz="1500" b="0" i="0" dirty="0">
              <a:latin typeface="Glacial Indifferenc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3520" y="2798620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300" b="0" i="0" dirty="0">
                <a:solidFill>
                  <a:srgbClr val="8AC6C6"/>
                </a:solidFill>
                <a:latin typeface="Glacial Indifference"/>
              </a:rPr>
              <a:t>{pagina}</a:t>
            </a:r>
            <a:endParaRPr sz="1300" b="0" i="0" dirty="0">
              <a:solidFill>
                <a:srgbClr val="8AC6C6"/>
              </a:solidFill>
              <a:latin typeface="Glacial Indifference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417320" y="3136392"/>
            <a:ext cx="4617720" cy="0"/>
          </a:xfrm>
          <a:prstGeom prst="line">
            <a:avLst/>
          </a:prstGeom>
          <a:ln w="9525">
            <a:solidFill>
              <a:srgbClr val="2A4A6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417320" y="3350160"/>
            <a:ext cx="38404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dirty="0" err="1">
                <a:latin typeface="Glacial Indifference"/>
              </a:rPr>
              <a:t>Perfil</a:t>
            </a:r>
            <a:r>
              <a:rPr sz="1500" b="0" i="0" dirty="0">
                <a:latin typeface="Glacial Indifference"/>
              </a:rPr>
              <a:t> de </a:t>
            </a:r>
            <a:r>
              <a:rPr sz="1500" b="0" i="0" dirty="0" err="1">
                <a:latin typeface="Glacial Indifference"/>
              </a:rPr>
              <a:t>risco</a:t>
            </a:r>
            <a:endParaRPr sz="1500" b="0" i="0" dirty="0">
              <a:latin typeface="Glacial Indifferenc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0" y="3365548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300" b="0" i="0" dirty="0">
                <a:solidFill>
                  <a:srgbClr val="8AC6C6"/>
                </a:solidFill>
                <a:latin typeface="Glacial Indifference"/>
              </a:rPr>
              <a:t>{pagina}</a:t>
            </a:r>
            <a:endParaRPr sz="1300" b="0" i="0" dirty="0">
              <a:solidFill>
                <a:srgbClr val="8AC6C6"/>
              </a:solidFill>
              <a:latin typeface="Glacial Indifference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3703320"/>
            <a:ext cx="4617720" cy="0"/>
          </a:xfrm>
          <a:prstGeom prst="line">
            <a:avLst/>
          </a:prstGeom>
          <a:ln w="9525">
            <a:solidFill>
              <a:srgbClr val="2A4A6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417320" y="3917088"/>
            <a:ext cx="38404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dirty="0" err="1">
                <a:latin typeface="Glacial Indifference"/>
              </a:rPr>
              <a:t>Alocação</a:t>
            </a:r>
            <a:endParaRPr sz="1500" b="0" i="0" dirty="0">
              <a:latin typeface="Glacial Indifference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03520" y="3932476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300" b="0" i="0" dirty="0">
                <a:solidFill>
                  <a:srgbClr val="8AC6C6"/>
                </a:solidFill>
                <a:latin typeface="Glacial Indifference"/>
              </a:rPr>
              <a:t>{pagina}</a:t>
            </a:r>
            <a:endParaRPr sz="1300" b="0" i="0" dirty="0">
              <a:solidFill>
                <a:srgbClr val="8AC6C6"/>
              </a:solidFill>
              <a:latin typeface="Glacial Indifference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4270248"/>
            <a:ext cx="4617720" cy="0"/>
          </a:xfrm>
          <a:prstGeom prst="line">
            <a:avLst/>
          </a:prstGeom>
          <a:ln w="9525">
            <a:solidFill>
              <a:srgbClr val="2A4A6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417320" y="4484016"/>
            <a:ext cx="38404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dirty="0" err="1">
                <a:latin typeface="Glacial Indifference"/>
              </a:rPr>
              <a:t>Sucessão</a:t>
            </a:r>
            <a:endParaRPr sz="1500" b="0" i="0" dirty="0">
              <a:latin typeface="Glacial Indifference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03520" y="4499404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300" b="0" i="0" dirty="0">
                <a:solidFill>
                  <a:srgbClr val="8AC6C6"/>
                </a:solidFill>
                <a:latin typeface="Glacial Indifference"/>
              </a:rPr>
              <a:t>{pagina}</a:t>
            </a:r>
            <a:endParaRPr sz="1300" b="0" i="0" dirty="0">
              <a:solidFill>
                <a:srgbClr val="8AC6C6"/>
              </a:solidFill>
              <a:latin typeface="Glacial Indifference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17320" y="4837176"/>
            <a:ext cx="4617720" cy="0"/>
          </a:xfrm>
          <a:prstGeom prst="line">
            <a:avLst/>
          </a:prstGeom>
          <a:ln w="9525">
            <a:solidFill>
              <a:srgbClr val="2A4A6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417320" y="5050944"/>
            <a:ext cx="38404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dirty="0" err="1">
                <a:latin typeface="Glacial Indifference"/>
              </a:rPr>
              <a:t>Próximos</a:t>
            </a:r>
            <a:r>
              <a:rPr sz="1500" b="0" i="0" dirty="0">
                <a:latin typeface="Glacial Indifference"/>
              </a:rPr>
              <a:t> </a:t>
            </a:r>
            <a:r>
              <a:rPr sz="1500" b="0" i="0" dirty="0" err="1">
                <a:latin typeface="Glacial Indifference"/>
              </a:rPr>
              <a:t>passos</a:t>
            </a:r>
            <a:endParaRPr sz="1500" b="0" i="0" dirty="0">
              <a:latin typeface="Glacial Indifference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0" y="5066332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300" b="0" i="0" dirty="0">
                <a:solidFill>
                  <a:srgbClr val="8AC6C6"/>
                </a:solidFill>
                <a:latin typeface="Glacial Indifference"/>
              </a:rPr>
              <a:t>{pagina}</a:t>
            </a:r>
            <a:endParaRPr sz="1300" b="0" i="0" dirty="0">
              <a:solidFill>
                <a:srgbClr val="8AC6C6"/>
              </a:solidFill>
              <a:latin typeface="Glacial Indifference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417320" y="5404104"/>
            <a:ext cx="4617720" cy="0"/>
          </a:xfrm>
          <a:prstGeom prst="line">
            <a:avLst/>
          </a:prstGeom>
          <a:ln w="9525">
            <a:solidFill>
              <a:srgbClr val="2A4A60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Glacial Indifference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Gustavo Benites</cp:lastModifiedBy>
  <cp:revision>5</cp:revision>
  <dcterms:created xsi:type="dcterms:W3CDTF">2013-01-27T09:14:16Z</dcterms:created>
  <dcterms:modified xsi:type="dcterms:W3CDTF">2026-09-18T07:49:52Z</dcterms:modified>
  <cp:category/>
</cp:coreProperties>
</file>